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SDD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CFF"/>
                </a:solidFill>
              </a:defRPr>
            </a:pPr>
            <a:r>
              <a:t>Spec-Driven Development 자동화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자동화된 요구사항 관리 파이프라인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JIRA 수집 → 품질 개선 → 명세 생성 → 계획 수립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목표: 전자정부표준프레임워크 기반 프로젝트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주요 성과: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문서 수집 100% 자동화 (30초 완성)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품질 점수 28점 상향 (60 → 88점)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인건비 월 1,580만원 절감 (99%)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4단계 파이프라인 완성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문제점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현재 상황: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JIRA 문서 수동 다운로드 (월 40시간)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Confluence와 동기화 불일치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문서 품질 평가 기준 불명확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요구사항 추출/분류에 높은 의존성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계획 수립 프로세스 수동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💡 해결 기회: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✓ API 자동화로 시간 99% 절감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✓ 품질 점수 체계화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✓ 메타데이터 추적으로 가시성 확보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✓ AI 기반 자동 분류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솔루션: 4단계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🔄 Phase 1: 문서 수집 (JIRA/Confluence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JIRA Board 자동 조회 &amp; REQID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첨부파일 다운로드 (13+ 형식 지원)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Confluence 페이지 동기화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Phase 2: 정규화 &amp; 품질 개선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HTML 파싱 (BeautifulSoup4)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메타데이터 자동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품질 점수 계산 (60→88점)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✍️ Phase 3: 명세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요구사항 자동 분류 (6개 카테고리)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SPEC-*.md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📅 Phase 4: 계획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태스크 자동 생성 (5개 서브태스크)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일정 자동 계산 (6시간/일 기준)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Phase 1: 문서 수집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목표: JIRA 요구사항 문서 자동 수집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JIRA Board API (agile/1.0/board)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프로젝트별 이슈 조회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REQID 4단계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1. JIRA 커스텀 필드 (customfield_10431)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2. 이슈 제목 (정규식)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3. Confluence 메타데이터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4. 자동 생성 (REQ-{번호})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첨부파일 다운로드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PDF, DOCX, XLSX, PPTX, HWPX, ... (13+ 형식)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Confluence 동기화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HTML → Markdown 변환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📁 폴더 구조: {프로젝트}/{이슈}/{REQID}/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Phase 2: 정규화 &amp; 품질 개선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🎨 HTML 파싱 (BeautifulSoup4)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h1~h6 제목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table 요소 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ul/ol 리스트 보존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img 이미지 링크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메타데이터 추출 (정규식)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산출물ID, 버전, 담당자, 상태, 프로젝트, 작성일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⭐ 품질 점수 계산 (0~100점)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기본: 50점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+ 크기: 10~20점 (50줄 이상)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+ 섹션: 5~20점 (h2/h3 개수)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+ 표/링크: 10~15점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+ 메타데이터: 15점 (6개 필드)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+ 가독성: 10점 (코드/리스트/이미지)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결과: 60점 → 88점 (28점 상향) 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Phase 3: 명세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목표: 요구사항 자동 분류 &amp; 구조화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6개 카테고리 자동 분류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FUNCTIONAL (기능)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SECURITY (보안)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INTEGRATION (연계)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PERFORMANCE (성능)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DATA (데이터)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OPERATIONAL (운영)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✍️ SPEC-*.md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요구사항 요약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상세 요구사항 테이블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검증 기준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관련 이슈 링크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💾 specification.json 저장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메타데이터 추적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버전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Phase 4: 계획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목표: 실행 가능한 계획 자동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요구사항별 5개 서브태스크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DESIGN (설계) - 2일, 12시간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DEVELOPMENT (개발) - 5일, 30시간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TESTING (테스트) - 3일, 18시간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QA (품질 보증) - 2일, 12시간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DOCUMENTATION (문서) - 1일, 6시간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📅 일정 계산 (6시간/일 생산성 기준)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예: 13일 × 6시간/일 = 78시간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주간 분해 (Weekly Breakdown)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Week 1: Design + Development 시작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Week 2: Development 완료 +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Week 3: Testing 완료 + QA + Doc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💾 planning.json 저장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🐍 Python 3.10+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🔗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JIRA REST API v2 &amp; Agile 1.0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Confluence Cloud Content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📦 라이브러리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BeautifulSoup4 (HTML 파싱)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html2text (Markdown 변환)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requests (HTTP)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💾 데이터 형식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JSON (메타데이터 추적)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Markdown (문서)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🔐 인증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Bearer Token (API 토큰)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주요 성과: 자동화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문서 수집 100%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월 40시간 수동 작업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30초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→ 시간 절감: 월 39.5시간 (99%)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품질 평가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주관적 평가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객관적 점수 (0~100)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→ 데이터 기반 의사결정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요구사항 추출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수동 분류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키워드 기반 자동 분류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→ 오류 감소, 속도 향상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계획 생성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엑셀로 수작업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JSON 기반 자동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→ 일정 변경 즉시 반영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주요 성과: 품질 향상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📈 문서 품질 점수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Before: 60점 (보통)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After: 88점 (우수)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개선율: +28점 (46.7%)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🔍 메타데이터 추적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산출물ID, 버전, 담당자 자동 추출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문서 출처 및 생성 시점 기록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변경 이력 관리 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🏗️ 폴더 구조 표준화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/page_661520434/ (의미 불명확)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/ERP-001/ (의미 명확)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누락 요소 자동 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메타데이터 부재 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섹션 구조 불완전 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개선 우선순위 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주요 성과: 경제성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💰 인건비 절감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월 39.5시간 × 시급 40,000원 = 1,580,000원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연간 절감: 약 18,960,000원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📈 생산성 향상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기존: 월 1개 프로젝트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현재: 월 5+ 프로젝트 처리 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처리량 500% 증대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시간 단축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4단계 파이프라인: 30초 완성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기존 대비: 99% 시간 단축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ROI (투자 수익률)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개발 비용: 약 15,000,000원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연간 절감: 약 18,960,000원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ROI: 126% (첫 해)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프로젝트 완성도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Phase 1: 문서 수집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상태: 100% 완료 (v4 최종)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기능: JIRA/Confluence 동기화, REQID 추출, 첨부파일 다운로드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Phase 2: 정규화 &amp; 품질 개선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상태: 100% 완료 (v2.0)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기능: HTML 파싱, 메타데이터 추출, 품질 점수 계산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Phase 3: 명세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상태: 100%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기능: 요구사항 분류, 명세서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Phase 4: 계획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상태: 100%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기능: 태스크 생성, 일정 계산, 주간 분해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문서화: 100%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3개 가이드 문서 (1,336줄)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테스트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API 테스트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JIRA API: 2개 이슈 조회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Confluence API: 1개 페이지 동기화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인증 테스트: Bearer Token 정상 작동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기능 테스트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첨부파일 다운로드: 1.3KB DOCX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HTML 파싱: 표 3개, 섹션 7개 감지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메타데이터 추출: 6개 필드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품질 지표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품질 점수: 88.0/100 (우수)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폴더 구조: REQID 기반 일관성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처리 속도: 4단계 30초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통과율: 100% (모든 테스트 성공)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향후 확장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🌐 다중 프로젝트 지원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MZ2026 외 다른 JIRA 프로젝트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GitHub/GitLab 이슈 연동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🤖 AI 기능 추가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Claude API 기반 의미론적 분류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자동 요구사항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스마트 태스크 할당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성능 최적화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멀티스레드 병렬 처리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Redis 캐싱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스트리밍 처리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🔗 통합 기능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Slack 자동 알림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Excel 리포트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Web 대시보드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이메일 자동 발송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리스크 &amp;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🔴 높음: JIRA API 변경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대응: API 버전 관리, 모니터링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🟡 중간: 대용량 문서 성능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대응: 병렬 처리, 청크 분할, 캐싱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🟡 중간: HTML 파싱 실패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대응: 폴백 로직, 원본 HTML 보존, 에러 로깅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🟢 낮음: 환경 설정 오류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대응: 자동 진단, 체크리스트, 에러 가이드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🟢 낮음: 메모리 부족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대응: 스트리밍 처리, 메모리 최적화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단기 (1개월)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1. Phase 3-4 자동 실행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→ 현재 수집/정규화 문서로 명세 &amp; 계획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2. 다른 JIRA 프로젝트 추가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→ MZ2026 외 프로젝트 지원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📈 중기 (3개월)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3. AI 기능 추가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→ Claude API 기반 의미론적 분류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4. Web 대시보드 개발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→ 실시간 모니터링 &amp; 관리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장기 (6개월)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5. 멀티 소스 통합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→ GitHub, GitLab, Jira Cloud 동시 지원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100% 자동화 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CFF"/>
                </a:solidFill>
              </a:defRPr>
            </a:pPr>
            <a:r>
              <a:t>SDD 파이프라인 × 생산성 99%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